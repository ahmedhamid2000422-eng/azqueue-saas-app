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772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AzQueue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57600" cy="4572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0195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Booking Management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Modern Service Businesses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926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 ·  Bookings  ·  WhatsApp  ·  Loyalty  ·  Prayer-aware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645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azqueue.io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54864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86016" y="54864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88352" y="54864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90688" y="54864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93024" y="54864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05156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86016" y="105156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88352" y="105156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05156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105156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55448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6016" y="155448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88352" y="155448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90688" y="155448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93024" y="155448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205740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86016" y="205740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88352" y="205740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0688" y="205740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3024" y="205740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256032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86016" y="256032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88352" y="256032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90688" y="256032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93024" y="256032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06324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86016" y="306324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88352" y="306324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0688" y="306324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3024" y="306324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356616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86016" y="356616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88352" y="356616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0688" y="356616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93024" y="356616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406908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86016" y="406908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88352" y="4069080"/>
            <a:ext cx="256032" cy="256032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90688" y="406908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93024" y="4069080"/>
            <a:ext cx="256032" cy="256032"/>
          </a:xfrm>
          <a:prstGeom prst="ellipse">
            <a:avLst/>
          </a:prstGeom>
          <a:solidFill>
            <a:srgbClr val="252320"/>
          </a:solidFill>
          <a:ln w="12700">
            <a:solidFill>
              <a:srgbClr val="2A28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0" y="48463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12+ countries  ·  14-day free trial  ·  No credit card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customers hate waiting.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hate the chaos.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487168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service businesses still manage queues with paper, shouting names, or no system at all. The result is lost revenue, stressed staff, and customers who simply leave.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337560"/>
            <a:ext cx="2578608" cy="1572768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3337560"/>
            <a:ext cx="2578608" cy="54864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41985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66928" y="4187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leave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before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served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3337560"/>
            <a:ext cx="2578608" cy="1572768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3337560"/>
            <a:ext cx="2578608" cy="54864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341985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401568" y="4187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staff needed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 walk-ins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337560"/>
            <a:ext cx="2578608" cy="1572768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3337560"/>
            <a:ext cx="2578608" cy="54864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341985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236208" y="4187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data captured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there's no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Waitwhile Queue Report 2023, Harvard Business 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queue and every booking.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2286000" cy="36576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146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AzQueue replaces messy whiteboards, shouted names, and double-booked slots with one clean system your staff and customers actually enjoy.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143000" y="3401568"/>
            <a:ext cx="594360" cy="59436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3429000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069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Walk-ins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queue tickets via kiosk or QR — with real-time wait estimates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3401568"/>
            <a:ext cx="594360" cy="59436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3429000"/>
            <a:ext cx="530352" cy="5303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3472" y="4069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633472" y="4434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Time-slot scheduling, booking links, and instant confirmations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95544" y="3401568"/>
            <a:ext cx="594360" cy="59436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3429000"/>
            <a:ext cx="530352" cy="5303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09744" y="4069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809744" y="4434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SMS &amp; WhatsApp updates — your turn, delays, reminders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671816" y="3401568"/>
            <a:ext cx="594360" cy="59436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3429000"/>
            <a:ext cx="530352" cy="5303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86016" y="4069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986016" y="4434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punch cards and visit history — no app download required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and running in minutes.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212140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389888"/>
            <a:ext cx="26060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1389888"/>
            <a:ext cx="2606040" cy="59436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21208" y="20848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Joins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21208" y="2560320"/>
            <a:ext cx="23774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at your door, tap a kiosk, or book online. They receive a digital ticket instantly via SMS or WhatsApp.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21408"/>
            <a:ext cx="347472" cy="3474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46120" y="1389888"/>
            <a:ext cx="26060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1389888"/>
            <a:ext cx="2606040" cy="59436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4612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355848" y="20848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Manages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355848" y="2560320"/>
            <a:ext cx="23774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dashboard shows every customer in one prioritised view — walk-in or booked. Call the next person with one click.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80760" y="1389888"/>
            <a:ext cx="26060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389888"/>
            <a:ext cx="2606040" cy="59436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076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6190488" y="20848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Returns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190488" y="2560320"/>
            <a:ext cx="23774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visit, loyalty points are logged automatically. Automated follow-up messages keep them coming back.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5143500"/>
          </a:xfrm>
          <a:prstGeom prst="rect">
            <a:avLst/>
          </a:prstGeom>
          <a:solidFill>
            <a:srgbClr val="1A1917"/>
          </a:solidFill>
          <a:ln w="12700">
            <a:solidFill>
              <a:srgbClr val="1A19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customers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staff see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3749040" cy="2212848"/>
          </a:xfrm>
          <a:prstGeom prst="rect">
            <a:avLst/>
          </a:prstGeom>
          <a:solidFill>
            <a:srgbClr val="0B0B0C"/>
          </a:solidFill>
          <a:ln w="12700">
            <a:solidFill>
              <a:srgbClr val="C9A8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2880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8653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TV Display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" y="2377440"/>
            <a:ext cx="3657600" cy="402336"/>
          </a:xfrm>
          <a:prstGeom prst="rect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404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SERVING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06040" y="24048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A004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7472" y="2852928"/>
            <a:ext cx="3657600" cy="402336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606040" y="2880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A005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47472" y="3328416"/>
            <a:ext cx="3657600" cy="402336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355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06040" y="3355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A006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20040" y="400507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TV  ·  Chromecast  ·  Any browser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Auto-reconnects if connection drops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63440" y="43891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Dashboard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4663440" y="1024128"/>
            <a:ext cx="1645920" cy="36576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18872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47488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next customer with a single tap</a:t>
            </a:r>
            <a:endParaRPr lang="en-US" sz="13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82880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47488" y="1810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walk-in and booking in one merged queue</a:t>
            </a:r>
            <a:endParaRPr lang="en-US" sz="13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4688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47488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arrivals, no-shows and completions instantly</a:t>
            </a:r>
            <a:endParaRPr lang="en-US" sz="13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1089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47488" y="3090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Re-order the queue or move customers between stations</a:t>
            </a:r>
            <a:endParaRPr lang="en-US" sz="13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74904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47488" y="3730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device — tablet, laptop, or phone</a:t>
            </a:r>
            <a:endParaRPr lang="en-US" sz="13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38912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047488" y="4370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staff member sees their own assigned lane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CAPABILITY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120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Islamic Mode —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Prayer-aware scheduling.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2450592"/>
            <a:ext cx="2286000" cy="36576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786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AzQueue automatically pauses the queue before each of the five daily prayers and resumes it after. Customers are never called during Salah — protecting staff dignity and customer satisfaction across Muslim-majority markets.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54864" cy="20116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7947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prayer times from geo-location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069080"/>
            <a:ext cx="54864" cy="20116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690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buffer before &amp; after Adhan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343400"/>
            <a:ext cx="54864" cy="20116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434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all 5 prayers including Jumu'ah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617720"/>
            <a:ext cx="54864" cy="20116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6177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Malaysia, UAE, Saudi Arabia &amp; more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457200"/>
            <a:ext cx="2834640" cy="2834640"/>
          </a:xfrm>
          <a:prstGeom prst="ellipse">
            <a:avLst/>
          </a:prstGeom>
          <a:solidFill>
            <a:srgbClr val="252320"/>
          </a:solidFill>
          <a:ln w="25400">
            <a:solidFill>
              <a:srgbClr val="A0784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868680"/>
            <a:ext cx="1920240" cy="19202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89320" y="3401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Salah Mode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623560" y="397764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pauses automatically.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when prayers are done.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NOTIFICATIONS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always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where they stand.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572768"/>
            <a:ext cx="1645920" cy="36576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737360"/>
            <a:ext cx="3767328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45720" cy="82296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64792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#4 in the queue at AzQueue Dental.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wait: 18 min. We'll alert you when you're next.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724912"/>
            <a:ext cx="3767328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724912"/>
            <a:ext cx="45720" cy="82296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52344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next! Please make your way to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2. Thank you for your patience.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712464"/>
            <a:ext cx="3767328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712464"/>
            <a:ext cx="45720" cy="82296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39896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visiting AzQueue Dental!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rate your experience: azqueue.io/r/xyz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4773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Twilio  ·  Works on any phone  ·  No app needed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01168"/>
            <a:ext cx="27432" cy="4736592"/>
          </a:xfrm>
          <a:prstGeom prst="rect">
            <a:avLst/>
          </a:prstGeom>
          <a:solidFill>
            <a:srgbClr val="E0DDD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56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5669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account.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your locations.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892040" y="1572768"/>
            <a:ext cx="1645920" cy="36576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1719072"/>
            <a:ext cx="3977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768" y="1792224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31536" y="1773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Main Branch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31536" y="206654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96128" y="2029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0" y="1792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 queue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92040" y="2468880"/>
            <a:ext cx="3977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542032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31536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Petaling Jaya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31536" y="281635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596128" y="2779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772400" y="2542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in queue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892040" y="3218688"/>
            <a:ext cx="3977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3291840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431536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Bangsar South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5431536" y="356616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596128" y="35295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7772400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 queue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4892040" y="3968496"/>
            <a:ext cx="3977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4041648"/>
            <a:ext cx="329184" cy="32918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431536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Sunway Pyramid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5431536" y="431596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596128" y="4279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7772400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 queue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4892040" y="4709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has independent queues, settings and staff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from one login.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business where people wait.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286000" cy="36576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1508760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54864" cy="15087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72768"/>
            <a:ext cx="457200" cy="45720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60020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2084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Clinics &amp; Hospitals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2414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queues for GP, pharmacy, labs. No crowded waiting rooms.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10128" y="1463040"/>
            <a:ext cx="2651760" cy="1508760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10128" y="1463040"/>
            <a:ext cx="54864" cy="15087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1572768"/>
            <a:ext cx="457200" cy="45720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60020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084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Banks &amp; Finance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2414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tickets with real-time digital board and teller routing.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63056" y="1463040"/>
            <a:ext cx="2651760" cy="1508760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63056" y="1463040"/>
            <a:ext cx="54864" cy="15087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27648" y="1572768"/>
            <a:ext cx="457200" cy="45720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27648" y="2084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Salons &amp; Spas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27648" y="2414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+ appointment hybrid. Loyalty punch cards built-in.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57200" y="3154680"/>
            <a:ext cx="2651760" cy="1508760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3154680"/>
            <a:ext cx="54864" cy="15087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1792" y="3264408"/>
            <a:ext cx="457200" cy="45720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291840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1792" y="37764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Offices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21792" y="41056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queues with SLA escalation and multi-station routing.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310128" y="3154680"/>
            <a:ext cx="2651760" cy="1508760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310128" y="3154680"/>
            <a:ext cx="54864" cy="15087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474720" y="3264408"/>
            <a:ext cx="457200" cy="45720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291840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474720" y="37764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Islamic Centres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3474720" y="41056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Prayer-pause scheduling baked in. Jumu'ah-aware system.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6163056" y="3154680"/>
            <a:ext cx="2651760" cy="1508760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163056" y="3154680"/>
            <a:ext cx="54864" cy="15087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27648" y="3264408"/>
            <a:ext cx="457200" cy="45720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91840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327648" y="37764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Gyms &amp; Studios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6327648" y="41056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booking, attendance tracking, and member loyalty.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transparent plans.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26060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389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3776" y="177393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93776" y="2523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2761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· up to 3 staff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" y="3108960"/>
            <a:ext cx="2194560" cy="18288"/>
          </a:xfrm>
          <a:prstGeom prst="rect">
            <a:avLst/>
          </a:prstGeom>
          <a:solidFill>
            <a:srgbClr val="E0DDD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3246120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32004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queue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" y="3511296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4655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tickets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" y="3776472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730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SMS alerts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2064" y="4041648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99592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TV display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2064" y="4306824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2611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analytics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1261872"/>
            <a:ext cx="2606040" cy="3639312"/>
          </a:xfrm>
          <a:prstGeom prst="rect">
            <a:avLst/>
          </a:prstGeom>
          <a:solidFill>
            <a:srgbClr val="0B0B0C"/>
          </a:solidFill>
          <a:ln w="12700">
            <a:solidFill>
              <a:srgbClr val="C9A8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67328" y="1152144"/>
            <a:ext cx="1463040" cy="256032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1161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28416" y="1389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3328416" y="2523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28416" y="2761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branches · unlimited staff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28416" y="3108960"/>
            <a:ext cx="2194560" cy="182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46704" y="3246120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9584" y="32004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46704" y="3511296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9584" y="34655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&amp; scheduling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46704" y="3776472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9584" y="3730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punch cards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46704" y="4041648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99592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mode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46704" y="4306824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9584" y="42611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dashboard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346704" y="4572000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9584" y="45262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reply drafts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035040" y="1261872"/>
            <a:ext cx="26060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63056" y="13898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163056" y="177393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6163056" y="2761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branches &amp; volume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63056" y="3108960"/>
            <a:ext cx="2194560" cy="18288"/>
          </a:xfrm>
          <a:prstGeom prst="rect">
            <a:avLst/>
          </a:prstGeom>
          <a:solidFill>
            <a:srgbClr val="E0DDD8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81344" y="3246120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32004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181344" y="3511296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34655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181344" y="3776472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4224" y="37307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escalation &amp; stations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81344" y="4041648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64224" y="399592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API security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181344" y="4306824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4224" y="42611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181344" y="4572000"/>
            <a:ext cx="109728" cy="109728"/>
          </a:xfrm>
          <a:prstGeom prst="ellipse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64224" y="45262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57200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14-day free trial  ·  No credit card required  ·  Cancel anytime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businesses. Real results.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2606040" cy="1719072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2"/>
            <a:ext cx="2606040" cy="54864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44475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85216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active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353312"/>
            <a:ext cx="2606040" cy="1719072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353312"/>
            <a:ext cx="2606040" cy="54864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5576" y="144475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65576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(out of 5)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353312"/>
            <a:ext cx="2606040" cy="1719072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53312"/>
            <a:ext cx="2606040" cy="54864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144475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45936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wait-time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3931920" cy="1719072"/>
          </a:xfrm>
          <a:prstGeom prst="rect">
            <a:avLst/>
          </a:prstGeom>
          <a:solidFill>
            <a:srgbClr val="1A1917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54864" cy="1719072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91840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i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"AzQueue completely removed our paper ticket system. Patients love the WhatsApp updates — they wait in their car instead of the waiting room."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" y="4434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Operations Manager, Private Dental Clinic, KL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200400"/>
            <a:ext cx="3931920" cy="1719072"/>
          </a:xfrm>
          <a:prstGeom prst="rect">
            <a:avLst/>
          </a:prstGeom>
          <a:solidFill>
            <a:srgbClr val="1A1917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200400"/>
            <a:ext cx="54864" cy="1719072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291840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i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Islamic Mode was a dealbreaker for us. No other system handled prayer times automatically. We've been using it for 8 months."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65192" y="4434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Owner, Islamic Finance Advisory Centre, Dubai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7548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eliminate the queue chaos?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3898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14-day free trial — no credit card, no commitment.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0" y="2057400"/>
            <a:ext cx="2743200" cy="658368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20574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Trial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azqueue.io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401568"/>
            <a:ext cx="2743200" cy="27432"/>
          </a:xfrm>
          <a:prstGeom prst="rect">
            <a:avLst/>
          </a:prstGeom>
          <a:solidFill>
            <a:srgbClr val="33333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47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support@azqueue.io</a:t>
            </a:r>
            <a:pPr algn="ctr" indent="0" marL="0">
              <a:buNone/>
            </a:pPr>
            <a:r>
              <a:rPr lang="en-US" sz="1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3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sales@azqueue.io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" y="4069080"/>
            <a:ext cx="1417320" cy="329184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" y="4087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+ Bookings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72768" y="4069080"/>
            <a:ext cx="1417320" cy="329184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4087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99816" y="4069080"/>
            <a:ext cx="1417320" cy="329184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9816" y="4087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Cards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4069080"/>
            <a:ext cx="1417320" cy="329184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4087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Mode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53912" y="4069080"/>
            <a:ext cx="1417320" cy="329184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4087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4069080"/>
            <a:ext cx="1417320" cy="329184"/>
          </a:xfrm>
          <a:prstGeom prst="rect">
            <a:avLst/>
          </a:prstGeom>
          <a:solidFill>
            <a:srgbClr val="25232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4087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Display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AzQueue — Queue &amp; Booking Management</dc:title>
  <dc:subject>Product Pitch Deck</dc:subject>
  <dc:creator>AzQueue</dc:creator>
  <cp:lastModifiedBy>AzQueue</cp:lastModifiedBy>
  <cp:revision>1</cp:revision>
  <dcterms:created xsi:type="dcterms:W3CDTF">2026-06-13T20:47:07Z</dcterms:created>
  <dcterms:modified xsi:type="dcterms:W3CDTF">2026-06-13T20:47:07Z</dcterms:modified>
</cp:coreProperties>
</file>